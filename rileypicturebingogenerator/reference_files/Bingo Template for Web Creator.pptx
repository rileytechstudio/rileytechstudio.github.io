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43" r:id="rId4"/>
    <p:sldId id="315" r:id="rId5"/>
    <p:sldId id="316" r:id="rId6"/>
    <p:sldId id="317" r:id="rId7"/>
    <p:sldId id="318" r:id="rId8"/>
    <p:sldId id="320" r:id="rId9"/>
    <p:sldId id="322" r:id="rId10"/>
    <p:sldId id="314" r:id="rId11"/>
    <p:sldId id="324" r:id="rId12"/>
    <p:sldId id="319" r:id="rId13"/>
    <p:sldId id="337" r:id="rId14"/>
    <p:sldId id="329" r:id="rId15"/>
    <p:sldId id="323" r:id="rId16"/>
    <p:sldId id="331" r:id="rId17"/>
    <p:sldId id="325" r:id="rId18"/>
    <p:sldId id="326" r:id="rId19"/>
    <p:sldId id="335" r:id="rId20"/>
    <p:sldId id="333" r:id="rId21"/>
    <p:sldId id="321" r:id="rId22"/>
    <p:sldId id="327" r:id="rId23"/>
    <p:sldId id="328" r:id="rId24"/>
    <p:sldId id="330" r:id="rId25"/>
    <p:sldId id="332" r:id="rId26"/>
    <p:sldId id="334" r:id="rId27"/>
    <p:sldId id="336" r:id="rId28"/>
    <p:sldId id="344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2"/>
    <p:restoredTop sz="94038"/>
  </p:normalViewPr>
  <p:slideViewPr>
    <p:cSldViewPr snapToGrid="0" snapToObjects="1">
      <p:cViewPr varScale="1">
        <p:scale>
          <a:sx n="83" d="100"/>
          <a:sy n="83" d="100"/>
        </p:scale>
        <p:origin x="1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3FDBD-DC63-B64A-84A7-E7724E2CCE3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26741-6039-EE4D-8959-78AFA254E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26741-6039-EE4D-8959-78AFA254E0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50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2FF1-0556-6DC2-4B49-F33A2C66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54DB6-D759-B54A-1212-CFC5DE606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AF5E4-DA60-7CBF-587A-0429A82CA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1730C-9046-9ED0-7E03-757FF2AA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26741-6039-EE4D-8959-78AFA254E0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73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1B5A-F2B0-7BB2-5366-AC11C117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32A96-1E6D-3234-1C87-853B0D990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71079-B06D-972A-58F7-256F2BB6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A534C-5E34-FF47-6B45-B2925010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26741-6039-EE4D-8959-78AFA254E05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1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AEC7-0C70-7143-AE6F-81104C1EF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B2E02-08A4-5946-868E-109B34B5B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E054-5CD5-164F-808A-CB4B618B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4659-36CB-9548-8E37-F39EC85E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A8FA-C25C-6A48-94C1-A518F1B0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4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9C21-3ECF-A448-AB2A-EBD0E69A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05AC-D0C4-B94E-8EF4-C348BDACE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09495-153E-794C-9396-E9FB6669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9F80-3659-0E49-8F9C-960AA468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C4774-AEAF-384C-93FC-EE442C1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2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8E19-8204-6041-ACE0-FFE3ABBE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6BBCF-5F66-A549-9F85-8AD3FC45A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00E7-10F2-0B46-9EBB-65CF10DF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FFB47-4016-6B4F-BDCA-62130DEE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A25F-C0B3-0743-97BF-8969F710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5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84D7-A27B-4349-95E0-4E672939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2220-2E12-B745-8C56-671183468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DA752-7765-5A4F-8C99-1F8FB9EA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DF608-D73F-3D45-A507-4A84EB23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9F6C-E321-8F43-90BE-E6409278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A77B2-104A-0647-B31F-45C90E9B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1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673E-E9DF-2E41-BF5D-DAA417D5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3FEB5-EDE3-6145-9D4A-BB88FE46C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6FAC5-836B-B343-B845-A56024B6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03C7F-1684-4543-B631-F66B46E4F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5A3A8-DBBE-A94E-9DFF-62A39E29B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48E39-8B2E-1944-BCD7-E04EEB2C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FA40E-8ED7-F849-9827-A15A779B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73DDF3-8364-FD46-BA56-C5F45A1A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8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D33A-53E6-FC42-BACA-C9D2BD39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96A05-C832-4C46-AAEB-DAD7DEA0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F45F6-11FC-DB40-9B92-B6879CD7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9B927-D957-5944-B295-11CBE16A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AE9C0-6C7E-7F4C-A3E6-DDA33161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AA415-44D0-0142-BC41-5567DECA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889C1-DFDC-C346-8D05-61FC2B4C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9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3482-2754-D642-A8E7-2499460F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4C56-AA12-2F45-8537-482CF4A4A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94656-5A5C-7142-A7C0-A66F237E7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68B32-6B0F-354A-AAED-750A8471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75C00-0F5B-3248-A7C6-DDFED3CF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B0115-44B0-3F44-931D-73C988E1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5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A257-08DF-DB46-B2B6-9576E13C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E6BBF-D1D3-5A4F-AD7F-E3C33BE41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81584-25BA-8D49-A749-BBE2364DB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91C95-02D6-AE41-B63D-764D1D0C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F4C4A-DBCE-C343-89BE-9506FC70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61EB7-F861-194B-AB85-92870B62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B1E6-9746-4F42-BF40-19FE8B57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FFFB0-A5FD-154B-B946-7FBD26A70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B601-0130-404A-833E-2B410037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8BB99-1A9E-AA40-8B21-03BF1202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2B14A-5B7C-7B47-99C4-454BD2CB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7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918E-31CC-E346-9195-756C72AD4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945F2-B3FF-9B41-BA23-4D0466406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0142-6B59-1046-B1E0-717DC640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0CD51-FEA5-D148-8F8C-1313DC24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40287-6080-B341-A12A-09317BCD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0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57914-6AF9-6A4D-B0AA-DBA3AF93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D6F13-A26B-1C41-851B-515F1E9B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C087B-B912-FD40-AA6A-56AFB595B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8AD5B-50CA-4540-999C-BBE5DFC819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8AA4-964C-804E-962E-73AA26084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84DA-5858-774C-B85D-D48FBA48A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C9E4-30E3-AC48-B604-96CF44ED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0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Macy's Thanksgiving Day Parade | NC State Alumni Association">
            <a:extLst>
              <a:ext uri="{FF2B5EF4-FFF2-40B4-BE49-F238E27FC236}">
                <a16:creationId xmlns:a16="http://schemas.microsoft.com/office/drawing/2014/main" id="{3CC6AEC7-14B8-924A-8587-57F3DAA64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" r="-1" b="-1"/>
          <a:stretch/>
        </p:blipFill>
        <p:spPr bwMode="auto">
          <a:xfrm>
            <a:off x="0" y="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561DD6-62B7-374A-99C2-23298E616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870"/>
            <a:ext cx="12188931" cy="68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ngo Intro " descr="Bingo Intro ">
            <a:hlinkClick r:id="" action="ppaction://media"/>
            <a:extLst>
              <a:ext uri="{FF2B5EF4-FFF2-40B4-BE49-F238E27FC236}">
                <a16:creationId xmlns:a16="http://schemas.microsoft.com/office/drawing/2014/main" id="{947AD97E-2CEB-C041-94A8-39ACF51D918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276" cy="6858000"/>
          </a:xfrm>
        </p:spPr>
      </p:pic>
    </p:spTree>
    <p:extLst>
      <p:ext uri="{BB962C8B-B14F-4D97-AF65-F5344CB8AC3E}">
        <p14:creationId xmlns:p14="http://schemas.microsoft.com/office/powerpoint/2010/main" val="34430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257E-E459-14D9-487C-B61510B0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Macy's Thanksgiving Day Parade | NC State Alumni Association">
            <a:extLst>
              <a:ext uri="{FF2B5EF4-FFF2-40B4-BE49-F238E27FC236}">
                <a16:creationId xmlns:a16="http://schemas.microsoft.com/office/drawing/2014/main" id="{1D5C562F-8855-14E6-ABA8-F12E17CD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" r="-1" b="-1"/>
          <a:stretch/>
        </p:blipFill>
        <p:spPr bwMode="auto">
          <a:xfrm>
            <a:off x="0" y="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7934F-8133-9198-C857-CDAFAA8D3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870"/>
            <a:ext cx="12188931" cy="68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6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884B12CC-B6E6-8118-A75C-EB0E54BEB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5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8F2BE07B-F9BA-006B-9DD1-B5D60CEE4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0B2BEF4C-F5DD-24D7-C3A3-F3A2CA801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2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B383BA85-C316-7719-5B4C-11AA57C9C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10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283821A7-E7A1-463C-5A0B-031D02403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1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FDD505DB-5E3C-FB75-DEC8-4B6F773F5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7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64CA49E2-628F-3767-E6F2-429A3B9A0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6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D3C13534-1AD2-65D6-758E-0914C548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8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272B8FBB-A005-602F-E5E8-C443D128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06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1148C15B-D2E5-F7BE-704F-7F63186EE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9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B17925D0-13EB-00B2-3D40-61B58F534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85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3CFE76AA-065A-C697-2034-F0A6F0AC3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23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4CAC3649-F081-A6F0-A330-F7486DAD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39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FC738EC0-DD0D-CC9C-8F80-93F89E71A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26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78F4029C-25DF-0177-FAD6-7BBD436A0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510" y="0"/>
            <a:ext cx="1220851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25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0E94882E-DCF9-07F4-AD9A-DA2C13DA6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3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454FE366-46C8-FBC4-E316-33A80ACC7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66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D83F9246-32D8-8D2D-82C2-16A9527E3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02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5A143434-E32A-2362-31B6-0045232EC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3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AB3B6333-D974-D6F3-EFE5-D02974A7D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55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DC4B2C6E-87B4-519B-1928-0477E1B01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96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68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06A6E0B7-FBCA-5064-4CFB-BDA3091A8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93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50899313-708D-939D-3AD8-22CE81848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237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5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Thanksgiving Background&quot; Images – Browse 8,793 Stock Photos ...">
            <a:extLst>
              <a:ext uri="{FF2B5EF4-FFF2-40B4-BE49-F238E27FC236}">
                <a16:creationId xmlns:a16="http://schemas.microsoft.com/office/drawing/2014/main" id="{DD5EF1D8-9FE8-DB13-F869-24D3A9DFF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-152400"/>
            <a:ext cx="12223750" cy="701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0E23D-274F-144C-841D-C9CBE7EF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3076" y="365125"/>
            <a:ext cx="4162097" cy="416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06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8F54-1FC2-9901-D6DA-9FF65924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Macy's Thanksgiving Day Parade | NC State Alumni Association">
            <a:extLst>
              <a:ext uri="{FF2B5EF4-FFF2-40B4-BE49-F238E27FC236}">
                <a16:creationId xmlns:a16="http://schemas.microsoft.com/office/drawing/2014/main" id="{8B1C2DD2-5619-09AC-189F-A0D3C15D1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" r="-1" b="-1"/>
          <a:stretch/>
        </p:blipFill>
        <p:spPr bwMode="auto">
          <a:xfrm>
            <a:off x="0" y="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9F9E-D7C9-39E2-4A98-EC40849EA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870"/>
            <a:ext cx="12188931" cy="68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8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37994-173F-9549-8DFE-C56CB091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5409655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playing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B33A-4351-1746-BDA1-3FA6A61D8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044" y="4698614"/>
            <a:ext cx="5088650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Riley Kids TV CH5 Live @ 2:30 weekdays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13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14</Words>
  <Application>Microsoft Macintosh PowerPoint</Application>
  <PresentationFormat>Widescreen</PresentationFormat>
  <Paragraphs>5</Paragraphs>
  <Slides>29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playing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Bingo Title</dc:title>
  <dc:creator>Lovrinic, Jacob G</dc:creator>
  <cp:lastModifiedBy>Sanders, Meg G</cp:lastModifiedBy>
  <cp:revision>7</cp:revision>
  <dcterms:created xsi:type="dcterms:W3CDTF">2022-02-16T16:11:41Z</dcterms:created>
  <dcterms:modified xsi:type="dcterms:W3CDTF">2026-08-25T17:17:25Z</dcterms:modified>
</cp:coreProperties>
</file>